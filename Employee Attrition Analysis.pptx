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sldIdLst>
    <p:sldId id="27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19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5597" y="734360"/>
            <a:ext cx="3963838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Employee Attrition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2498" y="4347068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Presented By:</a:t>
            </a:r>
            <a:br>
              <a:rPr lang="en-IN" dirty="0"/>
            </a:br>
            <a:r>
              <a:rPr lang="en-IN" dirty="0"/>
              <a:t>Roshini </a:t>
            </a:r>
            <a:r>
              <a:rPr lang="en-IN" dirty="0" err="1"/>
              <a:t>Yelisetti</a:t>
            </a:r>
            <a:endParaRPr lang="en-US" sz="2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444D6-F27E-0B51-33AF-47B5D4E99579}"/>
              </a:ext>
            </a:extLst>
          </p:cNvPr>
          <p:cNvSpPr txBox="1"/>
          <p:nvPr/>
        </p:nvSpPr>
        <p:spPr>
          <a:xfrm>
            <a:off x="7282132" y="3250726"/>
            <a:ext cx="3592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Tools Used:</a:t>
            </a:r>
            <a:br>
              <a:rPr lang="en-US"/>
            </a:br>
            <a:r>
              <a:rPr lang="en-US"/>
              <a:t>SQL | Python | Power BI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982720-D274-B72B-A698-ADEDE708438A}"/>
              </a:ext>
            </a:extLst>
          </p:cNvPr>
          <p:cNvSpPr/>
          <p:nvPr/>
        </p:nvSpPr>
        <p:spPr>
          <a:xfrm>
            <a:off x="7282131" y="3250726"/>
            <a:ext cx="2480994" cy="646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4076-1EA6-85C2-E0B9-E87452FD1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66189-1C87-FF22-B5EC-734AEB7F5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Organizations face challenges in retaining employees and reducing attrition.</a:t>
            </a:r>
          </a:p>
          <a:p>
            <a:endParaRPr lang="en-US" dirty="0"/>
          </a:p>
          <a:p>
            <a:r>
              <a:rPr lang="en-US" dirty="0"/>
              <a:t>The objective of this project is to analyze employee data to identify the major factors influencing attrition and provide insights that help improve employee retention and workforce planning.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07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4DC25-3FB6-809A-B542-95FC5EF6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77C5C-D7BF-4679-F363-1BC8BAA1F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dirty="0"/>
              <a:t>• Analyze employee attrition trends</a:t>
            </a:r>
          </a:p>
          <a:p>
            <a:pPr marL="36900" indent="0">
              <a:buNone/>
            </a:pPr>
            <a:r>
              <a:rPr lang="en-US" dirty="0"/>
              <a:t>• Identify departments with higher attrition</a:t>
            </a:r>
          </a:p>
          <a:p>
            <a:pPr marL="36900" indent="0">
              <a:buNone/>
            </a:pPr>
            <a:r>
              <a:rPr lang="en-US" dirty="0"/>
              <a:t>• Analyze job role-wise attrition</a:t>
            </a:r>
          </a:p>
          <a:p>
            <a:pPr marL="36900" indent="0">
              <a:buNone/>
            </a:pPr>
            <a:r>
              <a:rPr lang="en-US" dirty="0"/>
              <a:t>• Study employee demographics</a:t>
            </a:r>
          </a:p>
          <a:p>
            <a:pPr marL="36900" indent="0">
              <a:buNone/>
            </a:pPr>
            <a:r>
              <a:rPr lang="en-US" dirty="0"/>
              <a:t>• Understand salary and job satisfaction impact</a:t>
            </a:r>
          </a:p>
          <a:p>
            <a:pPr marL="36900" indent="0">
              <a:buNone/>
            </a:pPr>
            <a:r>
              <a:rPr lang="en-US" dirty="0"/>
              <a:t>• Build an interactive HR analytics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4730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F53E-1A1F-ADC5-DD13-F73AAF23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095" y="0"/>
            <a:ext cx="10353762" cy="1257300"/>
          </a:xfrm>
        </p:spPr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97FC4-00CE-12D9-E1EA-49104F3B9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70" y="1114425"/>
            <a:ext cx="10353762" cy="3714749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IN" sz="1600" b="1" dirty="0"/>
              <a:t>SQL</a:t>
            </a:r>
          </a:p>
          <a:p>
            <a:pPr marL="36900" indent="0">
              <a:buNone/>
            </a:pPr>
            <a:r>
              <a:rPr lang="en-IN" sz="1600" b="1" dirty="0"/>
              <a:t>• Data extraction</a:t>
            </a:r>
          </a:p>
          <a:p>
            <a:pPr marL="36900" indent="0">
              <a:buNone/>
            </a:pPr>
            <a:r>
              <a:rPr lang="en-IN" sz="1600" b="1" dirty="0"/>
              <a:t>• Aggregation</a:t>
            </a:r>
          </a:p>
          <a:p>
            <a:pPr marL="36900" indent="0">
              <a:buNone/>
            </a:pPr>
            <a:r>
              <a:rPr lang="en-IN" sz="1600" b="1" dirty="0"/>
              <a:t>• Analysis</a:t>
            </a:r>
          </a:p>
          <a:p>
            <a:pPr marL="36900" indent="0">
              <a:buNone/>
            </a:pPr>
            <a:endParaRPr lang="en-IN" sz="1600" b="1" dirty="0"/>
          </a:p>
          <a:p>
            <a:pPr marL="36900" indent="0">
              <a:buNone/>
            </a:pPr>
            <a:r>
              <a:rPr lang="en-IN" sz="1600" b="1" dirty="0"/>
              <a:t>Python</a:t>
            </a:r>
          </a:p>
          <a:p>
            <a:pPr marL="36900" indent="0">
              <a:buNone/>
            </a:pPr>
            <a:r>
              <a:rPr lang="en-IN" sz="1600" b="1" dirty="0"/>
              <a:t>• Data Cleaning</a:t>
            </a:r>
          </a:p>
          <a:p>
            <a:pPr marL="36900" indent="0">
              <a:buNone/>
            </a:pPr>
            <a:r>
              <a:rPr lang="en-IN" sz="1600" b="1" dirty="0"/>
              <a:t>• Exploratory Data Analysis</a:t>
            </a:r>
          </a:p>
          <a:p>
            <a:pPr marL="36900" indent="0">
              <a:buNone/>
            </a:pPr>
            <a:r>
              <a:rPr lang="en-IN" sz="1600" b="1" dirty="0"/>
              <a:t>• Visualization</a:t>
            </a:r>
          </a:p>
          <a:p>
            <a:pPr marL="36900" indent="0">
              <a:buNone/>
            </a:pPr>
            <a:endParaRPr lang="en-IN" sz="1600" b="1" dirty="0"/>
          </a:p>
          <a:p>
            <a:pPr marL="36900" indent="0">
              <a:buNone/>
            </a:pPr>
            <a:r>
              <a:rPr lang="en-IN" sz="1600" b="1" dirty="0"/>
              <a:t>Power BI</a:t>
            </a:r>
          </a:p>
          <a:p>
            <a:pPr marL="36900" indent="0">
              <a:buNone/>
            </a:pPr>
            <a:r>
              <a:rPr lang="en-IN" sz="1600" b="1" dirty="0"/>
              <a:t>• Dashboard Design</a:t>
            </a:r>
          </a:p>
          <a:p>
            <a:pPr marL="36900" indent="0">
              <a:buNone/>
            </a:pPr>
            <a:r>
              <a:rPr lang="en-IN" sz="1600" b="1" dirty="0"/>
              <a:t>• DAX Measures</a:t>
            </a:r>
          </a:p>
          <a:p>
            <a:pPr marL="36900" indent="0">
              <a:buNone/>
            </a:pPr>
            <a:r>
              <a:rPr lang="en-IN" sz="1600" b="1" dirty="0"/>
              <a:t>• Interactive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1937603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E35C0-B43B-7FDC-5F76-8007048D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04825"/>
            <a:ext cx="10353762" cy="1257300"/>
          </a:xfrm>
        </p:spPr>
        <p:txBody>
          <a:bodyPr/>
          <a:lstStyle/>
          <a:p>
            <a:r>
              <a:rPr lang="en-IN" dirty="0"/>
              <a:t>SQL &amp; Python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14848-28BE-53DA-C284-1DD234FB5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62125"/>
            <a:ext cx="10353762" cy="3714749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IN" sz="2000" b="1" dirty="0"/>
              <a:t>SQL Analysis</a:t>
            </a:r>
          </a:p>
          <a:p>
            <a:pPr marL="36900" indent="0">
              <a:buNone/>
            </a:pPr>
            <a:r>
              <a:rPr lang="en-IN" sz="1400" b="1" dirty="0"/>
              <a:t>• Employee Distribution</a:t>
            </a:r>
          </a:p>
          <a:p>
            <a:pPr marL="36900" indent="0">
              <a:buNone/>
            </a:pPr>
            <a:r>
              <a:rPr lang="en-IN" sz="1400" b="1" dirty="0"/>
              <a:t>• Department Analysis</a:t>
            </a:r>
          </a:p>
          <a:p>
            <a:pPr marL="36900" indent="0">
              <a:buNone/>
            </a:pPr>
            <a:r>
              <a:rPr lang="en-IN" sz="1400" b="1" dirty="0"/>
              <a:t>• Attrition Analysis</a:t>
            </a:r>
          </a:p>
          <a:p>
            <a:pPr marL="36900" indent="0">
              <a:buNone/>
            </a:pPr>
            <a:r>
              <a:rPr lang="en-IN" sz="1400" b="1" dirty="0"/>
              <a:t>• Salary Analysis</a:t>
            </a:r>
          </a:p>
          <a:p>
            <a:pPr marL="36900" indent="0">
              <a:buNone/>
            </a:pPr>
            <a:r>
              <a:rPr lang="en-IN" sz="1400" b="1" dirty="0"/>
              <a:t>• Job Role Analysis</a:t>
            </a:r>
          </a:p>
          <a:p>
            <a:pPr marL="36900" indent="0">
              <a:buNone/>
            </a:pPr>
            <a:endParaRPr lang="en-IN" sz="1400" b="1" dirty="0"/>
          </a:p>
          <a:p>
            <a:pPr marL="36900" indent="0">
              <a:buNone/>
            </a:pPr>
            <a:r>
              <a:rPr lang="en-IN" sz="2000" b="1" dirty="0"/>
              <a:t>Python Analysis</a:t>
            </a:r>
          </a:p>
          <a:p>
            <a:pPr marL="36900" indent="0">
              <a:buNone/>
            </a:pPr>
            <a:r>
              <a:rPr lang="en-IN" sz="1400" b="1" dirty="0"/>
              <a:t>• Data Cleaning</a:t>
            </a:r>
          </a:p>
          <a:p>
            <a:pPr marL="36900" indent="0">
              <a:buNone/>
            </a:pPr>
            <a:r>
              <a:rPr lang="en-IN" sz="1400" b="1" dirty="0"/>
              <a:t>• Missing Value Handling</a:t>
            </a:r>
          </a:p>
          <a:p>
            <a:pPr marL="36900" indent="0">
              <a:buNone/>
            </a:pPr>
            <a:r>
              <a:rPr lang="en-IN" sz="1400" b="1" dirty="0"/>
              <a:t>• Exploratory Data Analysis</a:t>
            </a:r>
          </a:p>
          <a:p>
            <a:pPr marL="36900" indent="0">
              <a:buNone/>
            </a:pPr>
            <a:r>
              <a:rPr lang="en-IN" sz="1400" b="1" dirty="0"/>
              <a:t>• Charts and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32024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9D97-1109-4BB1-7100-898F9261F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870" y="123825"/>
            <a:ext cx="10353762" cy="1257300"/>
          </a:xfrm>
        </p:spPr>
        <p:txBody>
          <a:bodyPr/>
          <a:lstStyle/>
          <a:p>
            <a:r>
              <a:rPr lang="en-IN" dirty="0"/>
              <a:t>Power BI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28542-F9C2-2B23-EC12-3CA8A940B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095375"/>
            <a:ext cx="10353762" cy="3714749"/>
          </a:xfrm>
        </p:spPr>
        <p:txBody>
          <a:bodyPr>
            <a:normAutofit/>
          </a:bodyPr>
          <a:lstStyle/>
          <a:p>
            <a:r>
              <a:rPr lang="en-US" sz="2000" dirty="0"/>
              <a:t>The dashboard provides a comprehensive overview of employee attrition across departments, job roles, salary levels, education fields, and demographic groups.</a:t>
            </a:r>
          </a:p>
          <a:p>
            <a:r>
              <a:rPr lang="en-US" sz="2000" dirty="0"/>
              <a:t>Interactive slicers enable users to analyze employee data based on multiple filters, helping HR managers identify patterns and make informed workforce decisions.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B48DC-5408-95AD-BDC9-6C0EA6648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20" y="2714625"/>
            <a:ext cx="1028228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5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F875E-42A8-0570-FC6F-DE76AA97F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45" y="-133350"/>
            <a:ext cx="10353762" cy="1257300"/>
          </a:xfrm>
        </p:spPr>
        <p:txBody>
          <a:bodyPr/>
          <a:lstStyle/>
          <a:p>
            <a:r>
              <a:rPr lang="en-IN" dirty="0"/>
              <a:t>Dashboard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0F25B-3F06-444B-C28B-782BA9F09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9520" y="847725"/>
            <a:ext cx="10353762" cy="3714749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sz="1100" b="1" dirty="0"/>
              <a:t>KPI Cards</a:t>
            </a:r>
          </a:p>
          <a:p>
            <a:pPr marL="36900" indent="0">
              <a:buNone/>
            </a:pPr>
            <a:r>
              <a:rPr lang="en-US" sz="900" b="1" dirty="0"/>
              <a:t>• </a:t>
            </a:r>
            <a:r>
              <a:rPr lang="en-US" sz="1200" b="1" dirty="0"/>
              <a:t>Total Employees</a:t>
            </a:r>
          </a:p>
          <a:p>
            <a:pPr marL="36900" indent="0">
              <a:buNone/>
            </a:pPr>
            <a:r>
              <a:rPr lang="en-US" sz="1200" b="1" dirty="0"/>
              <a:t>• Attrition Count</a:t>
            </a:r>
          </a:p>
          <a:p>
            <a:pPr marL="36900" indent="0">
              <a:buNone/>
            </a:pPr>
            <a:r>
              <a:rPr lang="en-US" sz="1200" b="1" dirty="0"/>
              <a:t>• Attrition Rate</a:t>
            </a:r>
          </a:p>
          <a:p>
            <a:pPr marL="36900" indent="0">
              <a:buNone/>
            </a:pPr>
            <a:r>
              <a:rPr lang="en-US" sz="1200" b="1" dirty="0"/>
              <a:t>• Average Salary</a:t>
            </a:r>
          </a:p>
          <a:p>
            <a:pPr marL="36900" indent="0">
              <a:buNone/>
            </a:pPr>
            <a:r>
              <a:rPr lang="en-US" sz="1200" b="1" dirty="0"/>
              <a:t>Charts</a:t>
            </a:r>
          </a:p>
          <a:p>
            <a:pPr marL="36900" indent="0">
              <a:buNone/>
            </a:pPr>
            <a:r>
              <a:rPr lang="en-US" sz="1200" b="1" dirty="0"/>
              <a:t>• Job Role Attrition</a:t>
            </a:r>
          </a:p>
          <a:p>
            <a:pPr marL="36900" indent="0">
              <a:buNone/>
            </a:pPr>
            <a:r>
              <a:rPr lang="en-US" sz="1200" b="1" dirty="0"/>
              <a:t>• Gender Distribution</a:t>
            </a:r>
          </a:p>
          <a:p>
            <a:pPr marL="36900" indent="0">
              <a:buNone/>
            </a:pPr>
            <a:r>
              <a:rPr lang="en-US" sz="1200" b="1" dirty="0"/>
              <a:t>• Department-wise Attrition</a:t>
            </a:r>
          </a:p>
          <a:p>
            <a:pPr marL="36900" indent="0">
              <a:buNone/>
            </a:pPr>
            <a:r>
              <a:rPr lang="en-US" sz="1200" b="1" dirty="0"/>
              <a:t>• Education Field Analysis</a:t>
            </a:r>
          </a:p>
          <a:p>
            <a:pPr marL="36900" indent="0">
              <a:buNone/>
            </a:pPr>
            <a:r>
              <a:rPr lang="en-US" sz="1200" b="1" dirty="0"/>
              <a:t>• Income vs Attrition</a:t>
            </a:r>
          </a:p>
          <a:p>
            <a:pPr marL="36900" indent="0">
              <a:buNone/>
            </a:pPr>
            <a:r>
              <a:rPr lang="en-US" sz="1200" b="1" dirty="0"/>
              <a:t>• Age Group Analysis</a:t>
            </a:r>
          </a:p>
          <a:p>
            <a:pPr marL="36900" indent="0">
              <a:buNone/>
            </a:pPr>
            <a:r>
              <a:rPr lang="en-US" sz="1200" b="1" dirty="0"/>
              <a:t>• Job Satisfaction Analysis</a:t>
            </a:r>
          </a:p>
          <a:p>
            <a:pPr marL="36900" indent="0">
              <a:buNone/>
            </a:pPr>
            <a:r>
              <a:rPr lang="en-US" sz="1200" b="1" dirty="0"/>
              <a:t>Interactive Filters</a:t>
            </a:r>
          </a:p>
          <a:p>
            <a:pPr marL="36900" indent="0">
              <a:buNone/>
            </a:pPr>
            <a:r>
              <a:rPr lang="en-US" sz="1200" b="1" dirty="0"/>
              <a:t>• Department</a:t>
            </a:r>
          </a:p>
          <a:p>
            <a:pPr marL="36900" indent="0">
              <a:buNone/>
            </a:pPr>
            <a:r>
              <a:rPr lang="en-US" sz="1200" b="1" dirty="0"/>
              <a:t>• Gender</a:t>
            </a:r>
          </a:p>
          <a:p>
            <a:pPr marL="36900" indent="0">
              <a:buNone/>
            </a:pPr>
            <a:r>
              <a:rPr lang="en-US" sz="1200" b="1" dirty="0"/>
              <a:t>• Job Role</a:t>
            </a:r>
          </a:p>
          <a:p>
            <a:pPr marL="36900" indent="0">
              <a:buNone/>
            </a:pPr>
            <a:r>
              <a:rPr lang="en-US" sz="1200" b="1" dirty="0"/>
              <a:t>• Marital Status</a:t>
            </a:r>
          </a:p>
          <a:p>
            <a:pPr marL="36900" indent="0">
              <a:buNone/>
            </a:pPr>
            <a:r>
              <a:rPr lang="en-US" sz="1200" b="1" dirty="0"/>
              <a:t>• Education Field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3706231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68FFD-9CD7-4437-3EA8-59623E8F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70" y="0"/>
            <a:ext cx="10353762" cy="1257300"/>
          </a:xfrm>
        </p:spPr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660A2-48B0-3E2C-4F9C-0BBEA2936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181100"/>
            <a:ext cx="10353762" cy="4257675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sz="2000" dirty="0"/>
              <a:t>• Research &amp; Development department recorded the highest attrition.</a:t>
            </a:r>
          </a:p>
          <a:p>
            <a:pPr marL="36900" indent="0">
              <a:buNone/>
            </a:pPr>
            <a:endParaRPr lang="en-US" sz="2000" dirty="0"/>
          </a:p>
          <a:p>
            <a:pPr marL="36900" indent="0">
              <a:buNone/>
            </a:pPr>
            <a:r>
              <a:rPr lang="en-US" sz="2000" dirty="0"/>
              <a:t>• Sales department showed the second-highest attrition.</a:t>
            </a:r>
          </a:p>
          <a:p>
            <a:pPr marL="36900" indent="0">
              <a:buNone/>
            </a:pPr>
            <a:endParaRPr lang="en-US" sz="2000" dirty="0"/>
          </a:p>
          <a:p>
            <a:pPr marL="36900" indent="0">
              <a:buNone/>
            </a:pPr>
            <a:r>
              <a:rPr lang="en-US" sz="2000" dirty="0"/>
              <a:t>• Employees aged 30–40 formed the largest workforce segment.</a:t>
            </a:r>
          </a:p>
          <a:p>
            <a:pPr marL="36900" indent="0">
              <a:buNone/>
            </a:pPr>
            <a:endParaRPr lang="en-US" sz="2000" dirty="0"/>
          </a:p>
          <a:p>
            <a:pPr marL="36900" indent="0">
              <a:buNone/>
            </a:pPr>
            <a:r>
              <a:rPr lang="en-US" sz="2000" dirty="0"/>
              <a:t>• Employees with lower salaries showed relatively higher attrition.</a:t>
            </a:r>
          </a:p>
          <a:p>
            <a:pPr marL="36900" indent="0">
              <a:buNone/>
            </a:pPr>
            <a:endParaRPr lang="en-US" sz="2000" dirty="0"/>
          </a:p>
          <a:p>
            <a:pPr marL="36900" indent="0">
              <a:buNone/>
            </a:pPr>
            <a:r>
              <a:rPr lang="en-US" sz="2000" dirty="0"/>
              <a:t>• Job satisfaction plays an important role in employee retention.</a:t>
            </a:r>
          </a:p>
          <a:p>
            <a:pPr marL="36900" indent="0">
              <a:buNone/>
            </a:pPr>
            <a:endParaRPr lang="en-US" sz="2000" dirty="0"/>
          </a:p>
          <a:p>
            <a:pPr marL="36900" indent="0">
              <a:buNone/>
            </a:pPr>
            <a:r>
              <a:rPr lang="en-US" sz="2000" dirty="0"/>
              <a:t>• Certain job roles experienced significantly higher employee turnover.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67000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2AA3-584D-4C1C-A450-7A678538E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14300"/>
            <a:ext cx="10353762" cy="1257300"/>
          </a:xfrm>
        </p:spPr>
        <p:txBody>
          <a:bodyPr/>
          <a:lstStyle/>
          <a:p>
            <a:r>
              <a:rPr lang="en-IN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07B34-A041-4530-DDA3-F599A46C7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95400"/>
            <a:ext cx="10353762" cy="3714749"/>
          </a:xfrm>
        </p:spPr>
        <p:txBody>
          <a:bodyPr>
            <a:noAutofit/>
          </a:bodyPr>
          <a:lstStyle/>
          <a:p>
            <a:pPr marL="36900" indent="0">
              <a:buNone/>
            </a:pPr>
            <a:r>
              <a:rPr lang="en-US" sz="2000" dirty="0"/>
              <a:t>• Improve employee engagement programs.</a:t>
            </a:r>
          </a:p>
          <a:p>
            <a:pPr marL="36900" indent="0">
              <a:buNone/>
            </a:pPr>
            <a:endParaRPr lang="en-US" sz="2000" dirty="0"/>
          </a:p>
          <a:p>
            <a:pPr marL="36900" indent="0">
              <a:buNone/>
            </a:pPr>
            <a:r>
              <a:rPr lang="en-US" sz="2000" dirty="0"/>
              <a:t>• Focus on high-attrition departments.</a:t>
            </a:r>
          </a:p>
          <a:p>
            <a:pPr marL="36900" indent="0">
              <a:buNone/>
            </a:pPr>
            <a:endParaRPr lang="en-US" sz="2000" dirty="0"/>
          </a:p>
          <a:p>
            <a:pPr marL="36900" indent="0">
              <a:buNone/>
            </a:pPr>
            <a:r>
              <a:rPr lang="en-US" sz="2000" dirty="0"/>
              <a:t>• Introduce competitive salary and benefits.</a:t>
            </a:r>
          </a:p>
          <a:p>
            <a:pPr marL="36900" indent="0">
              <a:buNone/>
            </a:pPr>
            <a:endParaRPr lang="en-US" sz="2000" dirty="0"/>
          </a:p>
          <a:p>
            <a:pPr marL="36900" indent="0">
              <a:buNone/>
            </a:pPr>
            <a:r>
              <a:rPr lang="en-US" sz="2000" dirty="0"/>
              <a:t>• Conduct regular employee satisfaction surveys.</a:t>
            </a:r>
          </a:p>
          <a:p>
            <a:pPr marL="36900" indent="0">
              <a:buNone/>
            </a:pPr>
            <a:endParaRPr lang="en-US" sz="2000" dirty="0"/>
          </a:p>
          <a:p>
            <a:pPr marL="36900" indent="0">
              <a:buNone/>
            </a:pPr>
            <a:r>
              <a:rPr lang="en-US" sz="2000" dirty="0"/>
              <a:t>• Strengthen career development and training opportunities.</a:t>
            </a:r>
          </a:p>
          <a:p>
            <a:pPr marL="36900" indent="0">
              <a:buNone/>
            </a:pPr>
            <a:endParaRPr lang="en-US" sz="2000" dirty="0"/>
          </a:p>
          <a:p>
            <a:pPr marL="36900" indent="0">
              <a:buNone/>
            </a:pPr>
            <a:r>
              <a:rPr lang="en-US" sz="2000" dirty="0"/>
              <a:t>• Monitor attrition trends using interactive dashboards.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77436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7BA7-9BB0-DC40-F552-B89FF6CBC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3846-499F-318B-CB14-D7E623E20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project successfully transformed HR data into actionable business insights using SQL, Python, and Power BI.</a:t>
            </a:r>
          </a:p>
          <a:p>
            <a:endParaRPr lang="en-US" dirty="0"/>
          </a:p>
          <a:p>
            <a:r>
              <a:rPr lang="en-US" dirty="0"/>
              <a:t>The interactive dashboard enables HR professionals to monitor employee attrition, identify key risk factors, and support strategic workforce planning through data-driven decisions.</a:t>
            </a:r>
          </a:p>
          <a:p>
            <a:endParaRPr lang="en-US" dirty="0"/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72896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{F8BB1105-42A0-4BB4-A2C6-0B4CE4EDACC1}TFe742eee6-54b3-45e8-a03d-f3d997f9b6caf6c338c2_win32-3734725ae7e2</Template>
  <TotalTime>29</TotalTime>
  <Words>427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Goudy Old Style</vt:lpstr>
      <vt:lpstr>Wingdings 2</vt:lpstr>
      <vt:lpstr>SlateVTI</vt:lpstr>
      <vt:lpstr>Employee Attrition Analysis </vt:lpstr>
      <vt:lpstr>Problem Statement</vt:lpstr>
      <vt:lpstr>Project Objectives</vt:lpstr>
      <vt:lpstr>Tools &amp; Technologies</vt:lpstr>
      <vt:lpstr>SQL &amp; Python Analysis</vt:lpstr>
      <vt:lpstr>Power BI Dashboard</vt:lpstr>
      <vt:lpstr>Dashboard Components</vt:lpstr>
      <vt:lpstr>Key Insights</vt:lpstr>
      <vt:lpstr>Business Recommendations</vt:lpstr>
      <vt:lpstr>Conclusion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Manikanta_ yelisetti_23157398</dc:creator>
  <cp:lastModifiedBy>Manikanta_ yelisetti_23157398</cp:lastModifiedBy>
  <cp:revision>1</cp:revision>
  <dcterms:created xsi:type="dcterms:W3CDTF">2026-06-26T07:14:32Z</dcterms:created>
  <dcterms:modified xsi:type="dcterms:W3CDTF">2026-06-26T07:44:16Z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